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749040"/>
            <a:ext cx="3657600" cy="365760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206240"/>
            <a:ext cx="2743200" cy="274320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663440"/>
            <a:ext cx="1828800" cy="182880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5120640"/>
            <a:ext cx="914400" cy="91440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Researchers Find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Family History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for prioritizing historical Jewish records in Ukraine's archives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JewishGen · Ukraine Database Project      |   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pages, a few precious records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Ukraine's archives hold vast numbers of historical documents.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 of them name Jewish individuals — the birth records, marriage registers, and name lists that genealogy researchers are searching for.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those records by hand, one document at a time, is slow and expensive.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let the computer do a smart first pass, so human experts spend their time where it matters most.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1E3A5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million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67512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family-history records already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by the team's experts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4480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assistant's job is to help find the next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faster — by pointing to the right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first.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simple questions, for every document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document, the assistant tries to answer four plain questions. Together they let a reviewer sort and filter to the most promising records first.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22576"/>
            <a:ext cx="493776" cy="493776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225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44" dirty="0"/>
          </a:p>
        </p:txBody>
      </p:sp>
      <p:sp>
        <p:nvSpPr>
          <p:cNvPr id="9" name="Text 7"/>
          <p:cNvSpPr/>
          <p:nvPr/>
        </p:nvSpPr>
        <p:spPr>
          <a:xfrm>
            <a:off x="1600200" y="225856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record is it?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225856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&amp; marriage registers, censuses, name lists, passports…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282696"/>
            <a:ext cx="493776" cy="49377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826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44" dirty="0"/>
          </a:p>
        </p:txBody>
      </p:sp>
      <p:sp>
        <p:nvSpPr>
          <p:cNvPr id="14" name="Text 12"/>
          <p:cNvSpPr/>
          <p:nvPr/>
        </p:nvSpPr>
        <p:spPr>
          <a:xfrm>
            <a:off x="1600200" y="321868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about Jewish people?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0" y="321868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maybe / probably not / no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42816"/>
            <a:ext cx="493776" cy="493776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428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44" dirty="0"/>
          </a:p>
        </p:txBody>
      </p:sp>
      <p:sp>
        <p:nvSpPr>
          <p:cNvPr id="19" name="Text 17"/>
          <p:cNvSpPr/>
          <p:nvPr/>
        </p:nvSpPr>
        <p:spPr>
          <a:xfrm>
            <a:off x="1600200" y="417880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valuable is it?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0" y="417880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how many family records it likely contains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202936"/>
            <a:ext cx="493776" cy="49377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029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44" dirty="0"/>
          </a:p>
        </p:txBody>
      </p:sp>
      <p:sp>
        <p:nvSpPr>
          <p:cNvPr id="24" name="Text 22"/>
          <p:cNvSpPr/>
          <p:nvPr/>
        </p:nvSpPr>
        <p:spPr>
          <a:xfrm>
            <a:off x="1600200" y="513892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from?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0" y="513892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town — so researchers can filter by place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the experts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catalog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51460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with the short description each document already has in the archive catalog.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0664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Peeks at the pages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0" y="251460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 documents it also “looks at” a few scanned page images for extra clues.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examples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466344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trained on thousands of documents the team already labeled by hand.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0664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Reorders, never discards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06640" y="466344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thrown away. It simply moves the most promising records to the top of the queue.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piece stands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11096"/>
            <a:ext cx="310896" cy="310896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72821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17720" y="1728216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records into the right category most of the time (about 8 in 10).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29800" y="18745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3C8C6E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0" y="18745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990088"/>
            <a:ext cx="310896" cy="310896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807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ranking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computer's value estimates lined up closely with how many records the team actually found.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29800" y="2953512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3C8C6E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295351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069080"/>
            <a:ext cx="310896" cy="31089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3886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Jewish-content likelihood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617720" y="388620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clear-cut cases are solved. The subtle ones — no obvious keyword — are the current focus.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29800" y="4032504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C99A3C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403250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37176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5148072"/>
            <a:ext cx="310896" cy="310896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49651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617720" y="4965192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(towns, historic Jewish communities) gathered. The tool itself is next to build.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29800" y="5111496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C99A3C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511149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tricky cases — and how we solve them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EF3F8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993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cases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literally says “Jewish community.”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gets these right almost every time.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documents are this straightforward.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E3A5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88900" dist="25400" dir="5400000">
              <a:srgbClr val="C4D2DD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1993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police or court file that happens to name Jewish people — with nothing in the title to signal it.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personal names reveal it. So we're teaching the assistant to recognize historic Jewish first names —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C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Shmul · Moshko · Rivka · Chaim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clue a human expert uses.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32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Jewish names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171907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assistant the name clues that reveal the subtle cases.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14984" y="2304288"/>
            <a:ext cx="0" cy="457200"/>
          </a:xfrm>
          <a:prstGeom prst="line">
            <a:avLst/>
          </a:prstGeom>
          <a:noFill/>
          <a:ln w="19050">
            <a:solidFill>
              <a:srgbClr val="D3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31520" y="2761488"/>
            <a:ext cx="566928" cy="566928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32" dirty="0"/>
          </a:p>
        </p:txBody>
      </p:sp>
      <p:sp>
        <p:nvSpPr>
          <p:cNvPr id="12" name="Text 10"/>
          <p:cNvSpPr/>
          <p:nvPr/>
        </p:nvSpPr>
        <p:spPr>
          <a:xfrm>
            <a:off x="1554480" y="274320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priority score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743200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the signals into a single “how promising” number per document.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14984" y="3328416"/>
            <a:ext cx="0" cy="457200"/>
          </a:xfrm>
          <a:prstGeom prst="line">
            <a:avLst/>
          </a:prstGeom>
          <a:noFill/>
          <a:ln w="19050">
            <a:solidFill>
              <a:srgbClr val="D3DE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" y="3785616"/>
            <a:ext cx="566928" cy="566928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85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32" dirty="0"/>
          </a:p>
        </p:txBody>
      </p:sp>
      <p:sp>
        <p:nvSpPr>
          <p:cNvPr id="17" name="Text 15"/>
          <p:cNvSpPr/>
          <p:nvPr/>
        </p:nvSpPr>
        <p:spPr>
          <a:xfrm>
            <a:off x="1554480" y="376732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location tool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3767328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researchers filter results by town and region.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14984" y="4352544"/>
            <a:ext cx="0" cy="457200"/>
          </a:xfrm>
          <a:prstGeom prst="line">
            <a:avLst/>
          </a:prstGeom>
          <a:noFill/>
          <a:ln w="19050">
            <a:solidFill>
              <a:srgbClr val="D3DEE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31520" y="4809744"/>
            <a:ext cx="566928" cy="566928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09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32" dirty="0"/>
          </a:p>
        </p:txBody>
      </p:sp>
      <p:sp>
        <p:nvSpPr>
          <p:cNvPr id="22" name="Text 20"/>
          <p:cNvSpPr/>
          <p:nvPr/>
        </p:nvSpPr>
        <p:spPr>
          <a:xfrm>
            <a:off x="1554480" y="479145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end-to-end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4791456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pipeline on a real collection and measure the time saved.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931920"/>
            <a:ext cx="3108960" cy="310896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343400"/>
            <a:ext cx="2286000" cy="228600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754880"/>
            <a:ext cx="1463040" cy="146304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5166360"/>
            <a:ext cx="640080" cy="640080"/>
          </a:xfrm>
          <a:prstGeom prst="ellipse">
            <a:avLst/>
          </a:prstGeom>
          <a:ln w="13970">
            <a:solidFill>
              <a:srgbClr val="C99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182880" cy="182880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77063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works — sorting documents and estimating their value are both validated.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182880" cy="182880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73075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challenge — spotting Jewish content when it isn't obvious — is well understood and actively in progress.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4846320"/>
            <a:ext cx="182880" cy="182880"/>
          </a:xfrm>
          <a:prstGeom prst="ellipse">
            <a:avLst/>
          </a:prstGeom>
          <a:solidFill>
            <a:srgbClr val="C9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69087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in sight: a queue that puts the most valuable family-history records first, so experts find more, faster.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2026-07-26T00:55:43Z</dcterms:created>
  <dcterms:modified xsi:type="dcterms:W3CDTF">2026-07-26T00:55:43Z</dcterms:modified>
</cp:coreProperties>
</file>