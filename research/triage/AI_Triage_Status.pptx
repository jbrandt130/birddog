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914400"/>
            <a:ext cx="2926080" cy="292608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914400"/>
            <a:ext cx="2194560" cy="219456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914400"/>
            <a:ext cx="1463040" cy="146304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-914400"/>
            <a:ext cx="731520" cy="73152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Document Triage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archival records for Jewish genealogy research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JewishGen · Ukraine Database Project      |      22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AI-inferred fields on every document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each new archival document with model-inferred fields so a human content-checker can focus on high-value, filterable records — and rank the queue by expected genealogical value per unit of extraction cost.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15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doc_type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record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/ census / list / passport / other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444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584448" y="2615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84448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content_code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84448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P(Jewish content)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84448" y="41605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/ M / U / N likelihood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1656" y="2560320"/>
            <a:ext cx="640080" cy="640080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2615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91656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91656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rank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91656" y="41605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records per page of extraction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70264" y="228600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98864" y="2560320"/>
            <a:ext cx="640080" cy="640080"/>
          </a:xfrm>
          <a:prstGeom prst="ellipse">
            <a:avLst/>
          </a:prstGeom>
          <a:solidFill>
            <a:srgbClr val="E0A81E"/>
          </a:solidFill>
          <a:ln/>
        </p:spPr>
      </p:sp>
      <p:sp>
        <p:nvSpPr>
          <p:cNvPr id="26" name="Text 24"/>
          <p:cNvSpPr/>
          <p:nvPr/>
        </p:nvSpPr>
        <p:spPr>
          <a:xfrm>
            <a:off x="9198864" y="2615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98864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98864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covers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98864" y="41605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district / town, normalized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EAF2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/ cost  ≈  P(Jewish)  ×  expected records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&amp; how we protect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562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773936"/>
            <a:ext cx="4681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Document Set (NocoDB)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131,979  ·  validation 14,694  ·  test 14,430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is fond-disjoint; test = whole archives held out, touched once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284-doc working set (99 fonds) keeps every experiment fond-diverse &amp; comparable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56232"/>
            <a:ext cx="146304" cy="14630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1773936"/>
            <a:ext cx="4590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signals available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archive / fond / description / years / page_count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 images (systematic sample, ~450 docs cached)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yield: 11,292 processed files, 5.2M extracted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with an ML split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47472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fond-diverse working 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extracted records (yield truth)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96112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fonds represented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FIELD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doc_type — strong, near its ceiling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12283A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81.9%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yield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qwen2.5:14b  +  OCR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 + printed-text, unfiltered)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719072"/>
            <a:ext cx="146304" cy="146304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63677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OCR'd front-page text: 76.4% → 81.9% (McNemar p = 0.023)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(vital) 45/46 and P (passport) 43/45 essentially solved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26280" y="3319272"/>
            <a:ext cx="146304" cy="14630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323697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error 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7033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(census) ↔ L (list): both are tabular name-pages that look alike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OCR barely sees the body pages that separate them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26280" y="4919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483717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5303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Re-OCR a few middle pages (reuse existing renders) to break C/L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FIELD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content_code — weak baseline, most headroom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0B4F6C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(BASELINE)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(J vs rest) — the ranking number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48.4%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below the 65.6% always-J baseline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qwen2.5:14b, metadata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7190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63677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splits by metadata content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42% of true-J documents mention “Jewish” anywhere in metadata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are labeled J from names, locality, and era the description omits.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26280" y="3063240"/>
            <a:ext cx="6995160" cy="777240"/>
          </a:xfrm>
          <a:prstGeom prst="roundRect">
            <a:avLst>
              <a:gd name="adj" fmla="val 10588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191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bucket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1912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90–96% — a regex suffices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26280" y="3977640"/>
            <a:ext cx="6995160" cy="777240"/>
          </a:xfrm>
          <a:prstGeom prst="roundRect">
            <a:avLst>
              <a:gd name="adj" fmla="val 10588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41056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residue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105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89520" y="41330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P(J) 56%; model only 27.5% (worse than guessing)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5102352"/>
            <a:ext cx="146304" cy="146304"/>
          </a:xfrm>
          <a:prstGeom prst="ellipse">
            <a:avLst/>
          </a:prstGeom>
          <a:solidFill>
            <a:srgbClr val="E0A81E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502005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levers (pure metadata)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54406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name lexicon · data-driven inclusion/exclusion lists · fond prior (56% of errors cluster in 12 fonds)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FIELD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score — yield half validated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2E8B6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RANKING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0.82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extracted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(Spearman, n = 44)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real team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counts — the first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check of the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719072"/>
            <a:ext cx="146304" cy="14630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63677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ranking is made of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est_total = density × page_count → ρ 0.82 (0.86 w/o one outlier)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page_count ALONE already gets ρ 0.77 — most of the signal is length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minicpm beats qwen-vl here (0.86 vs 0.79) — no costly vision needed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26280" y="3639312"/>
            <a:ext cx="146304" cy="14630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3557016"/>
            <a:ext cx="6693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Positives-only ground truth (all content_code = J): validates ranking WITHIN “acquire”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value/cost score not yet assembled end-to-end — gated by the weak P(Jewish) factor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5440680"/>
            <a:ext cx="6949440" cy="640080"/>
          </a:xfrm>
          <a:prstGeom prst="rect">
            <a:avLst/>
          </a:prstGeom>
          <a:solidFill>
            <a:srgbClr val="EAF2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/ cost  ≈  P(Jewish)  ×  density  × page_count      (cost cancels →  P(Jewish) × names-per-page)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FIELD 4A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— reference data assembled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done; no extractor built yet. Assets gathered and one structural finding measured.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40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Shtetl gazetteer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towns scraped from myshtetl.org (Cyrillic + Latin slugs)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2240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IIJG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93008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population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population-by-town across 1750–1950 periods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0216" y="2240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9,446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0216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→ yield 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split-controlled, from the extraction report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70264" y="20116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07424" y="2240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07424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→ region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53144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oblast for every document, for free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553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does NOT predict a document’s Jewishness  </a:t>
            </a:r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(three independent tests, all null: town→yield AUC 0.46, mined tokens no lift, gazetteer 39% vs 53% base).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is a FUND-level prioritization signal (which archives to work) and a normalization key — not a document classifier.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· FIELD 4B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estimation — the untested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9284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the normalized location field per document has not been built or scored. Its value is the researcher-facing filter, independent of content prediction.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682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38658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NER over descriptions → Region / District / Town candidates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552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00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3009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31927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aliases against JewishGen Gazetteer + shtetl list (Khodorkov ≡ Khodoriv)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EAF2F5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E0A81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33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233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4251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code guarantees an oblast when the title names no place (~32%)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46904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sx="100000" sy="100000" kx="0" ky="0" algn="bl" rotWithShape="0" blurRad="76200" dist="25400" dir="5400000">
              <a:srgbClr val="BBCBD2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66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0" y="5184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a sample; measure town/district accuracy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metadata · no GPU · ~68% of docs geolocatable to town/district, 100% to oblast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975104"/>
            <a:ext cx="310896" cy="310896"/>
          </a:xfrm>
          <a:prstGeom prst="ellipse">
            <a:avLst/>
          </a:prstGeom>
          <a:solidFill>
            <a:srgbClr val="E0A8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name lexicon   </a:t>
            </a:r>
            <a:pPr indent="0" marL="0">
              <a:buNone/>
            </a:pPr>
            <a:r>
              <a:rPr lang="en-US" sz="13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document lever: targets the 67% keyword-silent residue where content_code fails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87121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950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9806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keyword lists   </a:t>
            </a:r>
            <a:pPr indent="0" marL="0">
              <a:buNone/>
            </a:pPr>
            <a:r>
              <a:rPr lang="en-US" sz="13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inclusion/exclusion from 132K train; seed &amp; validate against the content-checker's lists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767328"/>
            <a:ext cx="310896" cy="310896"/>
          </a:xfrm>
          <a:prstGeom prst="ellipse">
            <a:avLst/>
          </a:prstGeom>
          <a:solidFill>
            <a:srgbClr val="9FD5E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8561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69417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prior on content_code   </a:t>
            </a:r>
            <a:pPr indent="0" marL="0">
              <a:buNone/>
            </a:pPr>
            <a:r>
              <a:rPr lang="en-US" sz="13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errors cluster in 12 fonds — proven +6pts on priority, still unused here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4663440"/>
            <a:ext cx="310896" cy="310896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8172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5902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full score   </a:t>
            </a:r>
            <a:pPr indent="0" marL="0">
              <a:buNone/>
            </a:pPr>
            <a:r>
              <a:rPr lang="en-US" sz="13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P(Jewish) × expected-yield end-to-end and rank a real fund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5559552"/>
            <a:ext cx="310896" cy="310896"/>
          </a:xfrm>
          <a:prstGeom prst="ellipse">
            <a:avLst/>
          </a:prstGeom>
          <a:solidFill>
            <a:srgbClr val="E0A81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5778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location estimation   </a:t>
            </a:r>
            <a:pPr indent="0" marL="0">
              <a:buNone/>
            </a:pPr>
            <a:r>
              <a:rPr lang="en-US" sz="13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target field with data assembled but never exercised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doc_type strong · content_code + priority have the most headroom · location is next to build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2026-07-23T16:54:53Z</dcterms:created>
  <dcterms:modified xsi:type="dcterms:W3CDTF">2026-07-23T16:54:53Z</dcterms:modified>
</cp:coreProperties>
</file>